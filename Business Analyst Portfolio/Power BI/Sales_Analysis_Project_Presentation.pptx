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t>Sales Analysis Dashboard – Power BI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rPr dirty="0"/>
              <a:t>Presented by: </a:t>
            </a:r>
            <a:r>
              <a:rPr lang="en-IN" dirty="0"/>
              <a:t>Ritik Bhardwaj</a:t>
            </a:r>
            <a:endParaRPr dirty="0"/>
          </a:p>
          <a:p>
            <a:pPr marL="0" indent="0">
              <a:buNone/>
              <a:defRPr sz="2200" b="0">
                <a:solidFill>
                  <a:srgbClr val="3C3C3C"/>
                </a:solidFill>
                <a:latin typeface="Calibri"/>
              </a:defRPr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BE6045-BB7F-8107-BFB2-A98089FD1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2023397"/>
            <a:ext cx="8327923" cy="4673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rPr lang="en-IN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Analyze sales performance using Power BI.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Apply DAX Measures &amp; Power Query Transformations.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Build an interactive and visually rich dashboard.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Identify insights for business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Time Period: 2016–2019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Dataset includes: Orders, Sales, Profit, Discount, Customer Info.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Key Columns: Order Date, Product, Category, Region, Customer, Sales, Profit.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Used for KPI calculations, trends, segment analysis &amp; forecasting.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rPr lang="en-IN" dirty="0"/>
              <a:t>KEY KPI’S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Total Sales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Total Profit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Total Quantity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Average Discount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Sales With vs Without Discount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YOY Growth % Trend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Running Total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rPr lang="en-IN" dirty="0"/>
              <a:t>SALES TREND &amp;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Yearly &amp; Monthly Sales Trends analyzed.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Forecasting applied using Power BI Analytics Panel.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Trend reveals clear growth &amp; future sales prediction.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47E2A-30CF-AA32-BE8D-8B099FFF5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6" y="2848014"/>
            <a:ext cx="8229599" cy="3735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t>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Sales by Category &amp; Sub-category.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Profit distribution across product lines.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Identification of top-performing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rPr lang="en-IN" dirty="0"/>
              <a:t>REGION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Region-wise Sales Comparison.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Profit variations across regions.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Region Contribution using Pie/Map visuals.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CACF1-D755-CDD4-5027-231E4AB83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85" y="2802194"/>
            <a:ext cx="7070405" cy="40558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Customer segmentation (Consumer, Corporate, Home Office).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Top 5 customers by sales.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Customer name split into First/Last Name for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CBA88-1536-6721-8785-A2EBA7C43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2761035"/>
            <a:ext cx="7343194" cy="4096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t>Running Total &amp; YOY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Running Total Sales created using DAX.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YOY Growth % measure highlights yearly improvement.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t>• Useful for long-term business projection.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E7140-A1AE-C8B8-BA38-21E9CE6D2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7" y="2904409"/>
            <a:ext cx="7416231" cy="3732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Calibri Black"/>
              </a:defRPr>
            </a:pPr>
            <a:r>
              <a:rPr dirty="0"/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rPr dirty="0"/>
              <a:t>• Sales shows strong growth across years.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rPr dirty="0"/>
              <a:t>• Key categories and regions identified.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rPr dirty="0"/>
              <a:t>• Dashboard supports strategic data-driven decisions.</a:t>
            </a:r>
          </a:p>
          <a:p>
            <a:pPr>
              <a:defRPr sz="2200" b="0">
                <a:solidFill>
                  <a:srgbClr val="3C3C3C"/>
                </a:solidFill>
                <a:latin typeface="Calibri"/>
              </a:defRPr>
            </a:pPr>
            <a:r>
              <a:rPr dirty="0"/>
              <a:t>• Forecast suggests continued upward trend.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298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Sales Analysis Dashboard – Power BI Project</vt:lpstr>
      <vt:lpstr>PROJECT OBJECTIVE</vt:lpstr>
      <vt:lpstr>Dataset Description</vt:lpstr>
      <vt:lpstr>KEY KPI’S</vt:lpstr>
      <vt:lpstr>SALES TREND &amp; FORECASTING</vt:lpstr>
      <vt:lpstr>Category Insights</vt:lpstr>
      <vt:lpstr>REGION INSIGHTS</vt:lpstr>
      <vt:lpstr>Customer Insights</vt:lpstr>
      <vt:lpstr>Running Total &amp; YOY Growth</vt:lpstr>
      <vt:lpstr>Summary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 Bhardwaj</cp:lastModifiedBy>
  <cp:revision>2</cp:revision>
  <dcterms:created xsi:type="dcterms:W3CDTF">2013-01-27T09:14:16Z</dcterms:created>
  <dcterms:modified xsi:type="dcterms:W3CDTF">2025-12-10T20:04:14Z</dcterms:modified>
  <cp:category/>
</cp:coreProperties>
</file>