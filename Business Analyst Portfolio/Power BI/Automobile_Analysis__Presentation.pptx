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Automobile Sales &amp; Profit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Compiled By- Ritik Bhardwaj</a:t>
            </a:r>
            <a:br>
              <a:rPr lang="en-IN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This project analyzes key business metrics across the automobile dataset, focusing on sales, cost, profit, customer demographics, and vehicle trends.</a:t>
            </a:r>
          </a:p>
          <a:p>
            <a:endParaRPr/>
          </a:p>
          <a:p>
            <a:r>
              <a:t>Key areas analyzed:</a:t>
            </a:r>
          </a:p>
          <a:p>
            <a:r>
              <a:t>• Revenue and profit performance</a:t>
            </a:r>
          </a:p>
          <a:p>
            <a:r>
              <a:t>• Top-performing models and makes</a:t>
            </a:r>
          </a:p>
          <a:p>
            <a:r>
              <a:t>• Geographic distribution of sales</a:t>
            </a:r>
          </a:p>
          <a:p>
            <a:r>
              <a:t>• Spare parts and delivery charge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Cleaned and transformed data in Power Query</a:t>
            </a:r>
          </a:p>
          <a:p>
            <a:r>
              <a:t>2. Built DAX measures for KPIs: Total Sales, Total Profit, Margin %, Avg Price</a:t>
            </a:r>
          </a:p>
          <a:p>
            <a:r>
              <a:t>3. Created multi‑page BI dashboards using advanced visualizations</a:t>
            </a:r>
          </a:p>
          <a:p>
            <a:r>
              <a:t>4. Applied a clean pink &amp; white theme for design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profitability patterns by model and make</a:t>
            </a:r>
          </a:p>
          <a:p>
            <a:r>
              <a:t>• Analyze geographic market strength</a:t>
            </a:r>
          </a:p>
          <a:p>
            <a:r>
              <a:t>• Understand customer purchase trends</a:t>
            </a:r>
          </a:p>
          <a:p>
            <a:r>
              <a:t>• Evaluate spare parts, delivery costs &amp; pricing influence on profit</a:t>
            </a:r>
          </a:p>
          <a:p>
            <a:r>
              <a:t>• Compare model performance using scatter and bar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 – 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271CB-F1BF-8B83-3B13-F9E119B89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600200"/>
            <a:ext cx="8229600" cy="4543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 – Page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6C3FD5-1DE9-BFC3-866A-99F4DEAB9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990" y="1417638"/>
            <a:ext cx="8021024" cy="470852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 – Page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6ED867-AA4A-AA9B-D76D-F9A883C71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50" y="1307690"/>
            <a:ext cx="8630100" cy="481847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 – Page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B5308-4C39-413D-AE24-122255D0C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622" y="1506128"/>
            <a:ext cx="8252440" cy="470852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 – Page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370395-ED53-2F87-F34B-4E4F788E9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79" y="1632156"/>
            <a:ext cx="8400122" cy="478897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Total Sales: 32M • Total Profit: 11M • Profit Margin: 35.61%</a:t>
            </a:r>
          </a:p>
          <a:p>
            <a:r>
              <a:t>• Aston Martin, Rolls Royce are top contributors in SalePrice</a:t>
            </a:r>
          </a:p>
          <a:p>
            <a:r>
              <a:t>• UK &amp; USA generate highest revenue and profit</a:t>
            </a:r>
          </a:p>
          <a:p>
            <a:r>
              <a:t>• High spare parts usage in DB9, Continental → strong after‑sales potential</a:t>
            </a:r>
          </a:p>
          <a:p>
            <a:r>
              <a:t>• Peak performance year: 2015 with highest sales and invoices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Premium models → high profit but low volume (luxury segment)</a:t>
            </a:r>
          </a:p>
          <a:p>
            <a:r>
              <a:t>• Frequent spare parts demand models → after‑sales revenue opportunity</a:t>
            </a:r>
          </a:p>
          <a:p>
            <a:r>
              <a:t>• Blue, Silver &amp; Racing Green are top vehicle colors → inventory planning</a:t>
            </a:r>
          </a:p>
          <a:p>
            <a:r>
              <a:t>• Delivery charges heavily impact certain markets → logistics optimization</a:t>
            </a:r>
          </a:p>
          <a:p>
            <a:r>
              <a:t>• Cost vs Profit correlation shows stable profit band across high‑cost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Increase focus on high‑profit models (DB9, Continental, Aston Martin)</a:t>
            </a:r>
          </a:p>
          <a:p>
            <a:r>
              <a:t>• Optimize delivery logistics for high‑cost regions (USA)</a:t>
            </a:r>
          </a:p>
          <a:p>
            <a:r>
              <a:t>• Stock high‑demand vehicle colors to reduce delays</a:t>
            </a:r>
          </a:p>
          <a:p>
            <a:r>
              <a:t>• Strengthen after‑sales services for models with high spare‑part usage</a:t>
            </a:r>
          </a:p>
          <a:p>
            <a:r>
              <a:t>• Reassess pricing strategy for underperforming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The BI dashboard provides a clear, data‑driven picture of the automobile business across sales, cost, profit, geography, and customer behavior.</a:t>
            </a:r>
          </a:p>
          <a:p>
            <a:endParaRPr/>
          </a:p>
          <a:p>
            <a:r>
              <a:t>These insights will help stakeholders:</a:t>
            </a:r>
          </a:p>
          <a:p>
            <a:r>
              <a:t>• Improve profitability</a:t>
            </a:r>
          </a:p>
          <a:p>
            <a:r>
              <a:t>• Optimize inventory</a:t>
            </a:r>
          </a:p>
          <a:p>
            <a:r>
              <a:t>• Enhance customer targeting</a:t>
            </a:r>
          </a:p>
          <a:p>
            <a:r>
              <a:t>• Streamline operations</a:t>
            </a:r>
          </a:p>
          <a:p>
            <a:endParaRPr/>
          </a:p>
          <a:p>
            <a:r>
              <a:t>This project demonstrates strong analytical and visualization skills using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429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Automobile Sales &amp; Profit Analysis Dashboard</vt:lpstr>
      <vt:lpstr>Introduction</vt:lpstr>
      <vt:lpstr>Methodology</vt:lpstr>
      <vt:lpstr>Approach</vt:lpstr>
      <vt:lpstr>Dashboard Overview – Page 1</vt:lpstr>
      <vt:lpstr>Dashboard Overview – Page 2</vt:lpstr>
      <vt:lpstr>Dashboard Overview – Page 3</vt:lpstr>
      <vt:lpstr>Dashboard Overview – Page 4</vt:lpstr>
      <vt:lpstr>Dashboard Overview – Page 5</vt:lpstr>
      <vt:lpstr>Key Findings</vt:lpstr>
      <vt:lpstr>Insights</vt:lpstr>
      <vt:lpstr>Actionable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Bhardwaj</cp:lastModifiedBy>
  <cp:revision>3</cp:revision>
  <dcterms:created xsi:type="dcterms:W3CDTF">2013-01-27T09:14:16Z</dcterms:created>
  <dcterms:modified xsi:type="dcterms:W3CDTF">2025-12-23T09:51:12Z</dcterms:modified>
  <cp:category/>
</cp:coreProperties>
</file>