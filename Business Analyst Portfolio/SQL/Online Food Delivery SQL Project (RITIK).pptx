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9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2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90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6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8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24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63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50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82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5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92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8380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00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89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92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79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09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19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Food Delivery SQL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SQL Case Study • Q1–Q20 • With Queries &amp;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analyses customer behaviour in an online food delivery system.</a:t>
            </a:r>
          </a:p>
          <a:p>
            <a:r>
              <a:t>We use SQL to answer 20 analytical questions about:</a:t>
            </a:r>
          </a:p>
          <a:p>
            <a:r>
              <a:t>• Sales trends</a:t>
            </a:r>
          </a:p>
          <a:p>
            <a:r>
              <a:t>• Gold membership behaviour</a:t>
            </a:r>
          </a:p>
          <a:p>
            <a:r>
              <a:t>• Product popularity</a:t>
            </a:r>
          </a:p>
          <a:p>
            <a:r>
              <a:t>• Revenue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 &amp; Relationships:</a:t>
            </a:r>
          </a:p>
          <a:p>
            <a:r>
              <a:t>• Users → Sales → Product</a:t>
            </a:r>
          </a:p>
          <a:p>
            <a:r>
              <a:t>• Users → User_Name</a:t>
            </a:r>
          </a:p>
          <a:p>
            <a:r>
              <a:t>• Users → GoldUsers_Signup</a:t>
            </a:r>
          </a:p>
          <a:p>
            <a:r>
              <a:t>Sales links users to products.</a:t>
            </a:r>
          </a:p>
          <a:p>
            <a:r>
              <a:t>GoldUsers_Signup stores upgrade 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Descriptions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 used:</a:t>
            </a:r>
          </a:p>
          <a:p>
            <a:r>
              <a:t>• Users(user_id, signup_date)</a:t>
            </a:r>
          </a:p>
          <a:p>
            <a:r>
              <a:t>• User_Name(user_id, user_name)</a:t>
            </a:r>
          </a:p>
          <a:p>
            <a:r>
              <a:t>• Product(product_id, product_name, price)</a:t>
            </a:r>
          </a:p>
          <a:p>
            <a:r>
              <a:t>• Sales(sale_id, user_id, created_date, product_id)</a:t>
            </a:r>
          </a:p>
          <a:p>
            <a:r>
              <a:t>• GoldUsers_Signup(user_id, gold_signup_date)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Total Revenue by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SELECT p.product_name, SUM(p.price) AS revenue</a:t>
            </a:r>
          </a:p>
          <a:p>
            <a:r>
              <a:t>FROM sales s JOIN product p ON s.product_id=p.product_id</a:t>
            </a:r>
          </a:p>
          <a:p>
            <a:r>
              <a:t>GROUP BY p.product_name;</a:t>
            </a:r>
          </a:p>
          <a:p>
            <a:endParaRPr/>
          </a:p>
          <a:p>
            <a:r>
              <a:t>Insight: Shows revenue contribution per item.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Q2: Top 3 Best Selling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SELECT TOP 3 p.product_name, SUM(p.price) revenue</a:t>
            </a:r>
          </a:p>
          <a:p>
            <a:r>
              <a:t>FROM sales s JOIN product p ON s.product_id=p.product_id</a:t>
            </a:r>
          </a:p>
          <a:p>
            <a:r>
              <a:t>GROUP BY p.product_name ORDER BY revenue DESC;</a:t>
            </a:r>
          </a:p>
          <a:p>
            <a:endParaRPr/>
          </a:p>
          <a:p>
            <a:r>
              <a:t>Insight: Identifies top items.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Q3: Total Users vs Gold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SELECT (SELECT COUNT(*) FROM users) total_users,</a:t>
            </a:r>
          </a:p>
          <a:p>
            <a:r>
              <a:t>(SELECT COUNT(*) FROM goldusers_signup) gold_users;</a:t>
            </a:r>
          </a:p>
          <a:p>
            <a:endParaRPr/>
          </a:p>
          <a:p>
            <a:r>
              <a:t>Insight: Shows conversion to gold.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Q4: Revenue from Gold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SELECT SUM(p.price)</a:t>
            </a:r>
          </a:p>
          <a:p>
            <a:r>
              <a:t>FROM sales s JOIN goldusers_signup g ON s.user_id=g.user_id JOIN product p ON s.product_id=p.product_id;</a:t>
            </a:r>
          </a:p>
          <a:p>
            <a:endParaRPr/>
          </a:p>
          <a:p>
            <a:r>
              <a:t>Insight: Gold users generate strong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Q5: Gold User Total Revenue (Overall)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as Q4.</a:t>
            </a:r>
          </a:p>
          <a:p>
            <a:r>
              <a:t>Insight: All purchases counted—before and after upgrade.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Q6: Gold Membership Duration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SELECT user_id, DATEDIFF(DAY, gold_signup_date, GETDATE()) AS days_as_gold</a:t>
            </a:r>
          </a:p>
          <a:p>
            <a:r>
              <a:t>FROM goldusers_signup;</a:t>
            </a:r>
          </a:p>
          <a:p>
            <a:endParaRPr/>
          </a:p>
          <a:p>
            <a:r>
              <a:t>Insight: Measures loyalty duration.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Q7: Most Popular Item Among Gold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SELECT TOP 1 p.product_name, COUNT(*) cnt</a:t>
            </a:r>
          </a:p>
          <a:p>
            <a:r>
              <a:t>FROM sales s JOIN goldusers_signup g ON s.user_id=g.user_id JOIN product p ON s.product_id=p.product_id</a:t>
            </a:r>
          </a:p>
          <a:p>
            <a:r>
              <a:t>GROUP BY p.product_name ORDER BY cnt DESC;</a:t>
            </a:r>
          </a:p>
          <a:p>
            <a:endParaRPr/>
          </a:p>
          <a:p>
            <a:r>
              <a:t>Insight: Shows preference of premium users.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Q8: Revenue Per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SELECT YEAR(created_date) yr, SUM(p.price) revenue</a:t>
            </a:r>
          </a:p>
          <a:p>
            <a:r>
              <a:t>FROM sales s JOIN product p ON s.product_id=p.product_id</a:t>
            </a:r>
          </a:p>
          <a:p>
            <a:r>
              <a:t>GROUP BY YEAR(created_date);</a:t>
            </a:r>
          </a:p>
          <a:p>
            <a:endParaRPr/>
          </a:p>
          <a:p>
            <a:r>
              <a:t>Insight: Evaluates yearly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Q9: Year-over-Year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(simplified):</a:t>
            </a:r>
          </a:p>
          <a:p>
            <a:r>
              <a:t>WITH y AS(...)</a:t>
            </a:r>
          </a:p>
          <a:p>
            <a:r>
              <a:t>SELECT y1.*, y2.rev prev_rev</a:t>
            </a:r>
          </a:p>
          <a:p>
            <a:r>
              <a:t>FROM y y1 LEFT JOIN y y2 ON y1.yr=y2.yr+1;</a:t>
            </a:r>
          </a:p>
          <a:p>
            <a:endParaRPr/>
          </a:p>
          <a:p>
            <a:r>
              <a:t>Insight: Shows growth or decline.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Q10: Gold Signup Percentage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SELECT (SELECT COUNT(*) FROM goldusers_signup)*100.0/(SELECT COUNT(*) FROM users) pct;</a:t>
            </a:r>
          </a:p>
          <a:p>
            <a:endParaRPr/>
          </a:p>
          <a:p>
            <a:r>
              <a:t>Insight: Measures upgrade rate.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Q11: Orders Before vs After Gold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SQL:</a:t>
            </a:r>
          </a:p>
          <a:p>
            <a:r>
              <a:t>SELECT g.user_id,</a:t>
            </a:r>
          </a:p>
          <a:p>
            <a:r>
              <a:t>SUM(CASE WHEN s.created_date&lt;g.gold_signup_date THEN 1 END) before_gold,</a:t>
            </a:r>
          </a:p>
          <a:p>
            <a:r>
              <a:t>SUM(CASE WHEN s.created_date&gt;=g.gold_signup_date THEN 1 END) after_gold</a:t>
            </a:r>
          </a:p>
          <a:p>
            <a:r>
              <a:t>FROM sales s JOIN goldusers_signup g ON s.user_id=g.user_id GROUP BY g.user_id;</a:t>
            </a:r>
          </a:p>
          <a:p>
            <a:endParaRPr/>
          </a:p>
          <a:p>
            <a:r>
              <a:t>Insight: Orders increase post-upgrade.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Q12: Total Spending Per Customer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SELECT s.user_id, SUM(p.price) total_spent</a:t>
            </a:r>
          </a:p>
          <a:p>
            <a:r>
              <a:t>FROM sales s JOIN product p ON s.product_id=p.product_id</a:t>
            </a:r>
          </a:p>
          <a:p>
            <a:r>
              <a:t>GROUP BY s.user_id;</a:t>
            </a:r>
          </a:p>
          <a:p>
            <a:endParaRPr/>
          </a:p>
          <a:p>
            <a:r>
              <a:t>Insight: Helps identify high-value customers.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Q13: Order Frequency Per Customer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SELECT user_id, COUNT(*) freq FROM sales GROUP BY user_id;</a:t>
            </a:r>
          </a:p>
          <a:p>
            <a:endParaRPr/>
          </a:p>
          <a:p>
            <a:r>
              <a:t>Insight: Shows platform engagement.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Q14: First Order Per Customer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WITH x AS(SELECT *, ROW_NUMBER() OVER(PARTITION BY user_id ORDER BY created_date) rn FROM sales)</a:t>
            </a:r>
          </a:p>
          <a:p>
            <a:r>
              <a:t>SELECT * FROM x WHERE rn=1;</a:t>
            </a:r>
          </a:p>
          <a:p>
            <a:endParaRPr/>
          </a:p>
          <a:p>
            <a:r>
              <a:t>Insight: Identifies first purchase behaviour.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Q15: Most Purchased Item Overall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SELECT TOP 1 p.product_name, COUNT(*) cnt</a:t>
            </a:r>
          </a:p>
          <a:p>
            <a:r>
              <a:t>FROM sales s JOIN product p ON s.product_id=p.product_id</a:t>
            </a:r>
          </a:p>
          <a:p>
            <a:r>
              <a:t>GROUP BY p.product_name ORDER BY cnt DESC;</a:t>
            </a:r>
          </a:p>
          <a:p>
            <a:endParaRPr/>
          </a:p>
          <a:p>
            <a:r>
              <a:t>Insight: Overall favourite item.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Q16: Most Popular Item for Each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WITH x AS(SELECT user_id, product_id, COUNT(*) cnt,</a:t>
            </a:r>
          </a:p>
          <a:p>
            <a:r>
              <a:t>ROW_NUMBER() OVER(PARTITION BY user_id ORDER BY COUNT(*) DESC) rn</a:t>
            </a:r>
          </a:p>
          <a:p>
            <a:r>
              <a:t>FROM sales GROUP BY user_id, product_id)</a:t>
            </a:r>
          </a:p>
          <a:p>
            <a:r>
              <a:t>SELECT * FROM x WHERE rn=1;</a:t>
            </a:r>
          </a:p>
          <a:p>
            <a:endParaRPr/>
          </a:p>
          <a:p>
            <a:r>
              <a:t>Insight: Identifies user preferences.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Q17: First Order After Becoming Gold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WITH x AS(SELECT s.*, ROW_NUMBER() OVER(PARTITION BY user_id ORDER BY created_date) rn</a:t>
            </a:r>
          </a:p>
          <a:p>
            <a:r>
              <a:t>FROM sales s JOIN goldusers_signup g ON s.user_id=g.user_id AND s.created_date&gt;=g.gold_signup_date)</a:t>
            </a:r>
          </a:p>
          <a:p>
            <a:r>
              <a:t>SELECT * FROM x WHERE rn=1;</a:t>
            </a:r>
          </a:p>
          <a:p>
            <a:endParaRPr/>
          </a:p>
          <a:p>
            <a:r>
              <a:t>Insight: Shows first premium purchase.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Q18: Last Order Before Becoming Gold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WITH x AS(SELECT s.*, ROW_NUMBER() OVER(PARTITION BY user_id ORDER BY created_date DESC) rn</a:t>
            </a:r>
          </a:p>
          <a:p>
            <a:r>
              <a:t>FROM sales s JOIN goldusers_signup g ON s.user_id=g.user_id AND s.created_date&lt;g.gold_signup_date)</a:t>
            </a:r>
          </a:p>
          <a:p>
            <a:r>
              <a:t>SELECT * FROM x WHERE rn=1;</a:t>
            </a:r>
          </a:p>
          <a:p>
            <a:endParaRPr/>
          </a:p>
          <a:p>
            <a:r>
              <a:t>Insight: Trigger purchase.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Q19: Spending Before Gold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SQL:</a:t>
            </a:r>
          </a:p>
          <a:p>
            <a:r>
              <a:t>SELECT g.user_id, SUM(p.price) total_before</a:t>
            </a:r>
          </a:p>
          <a:p>
            <a:r>
              <a:t>FROM sales s JOIN goldusers_signup g ON s.user_id=g.user_id AND s.created_date&lt;g.gold_signup_date</a:t>
            </a:r>
          </a:p>
          <a:p>
            <a:r>
              <a:t>JOIN product p ON s.product_id=p.product_id</a:t>
            </a:r>
          </a:p>
          <a:p>
            <a:r>
              <a:t>GROUP BY g.user_id;</a:t>
            </a:r>
          </a:p>
          <a:p>
            <a:endParaRPr/>
          </a:p>
          <a:p>
            <a:r>
              <a:t>Insight: Pre-upgrade spending levels.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Q20: Rank Gold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SQL:</a:t>
            </a:r>
          </a:p>
          <a:p>
            <a:r>
              <a:t>WITH g AS(SELECT s.*, ROW_NUMBER() OVER(PARTITION BY user_id ORDER BY created_date) rn</a:t>
            </a:r>
          </a:p>
          <a:p>
            <a:r>
              <a:t>FROM sales s JOIN goldusers_signup gg ON s.user_id=gg.user_id AND s.created_date&gt;=gg.gold_signup_date)</a:t>
            </a:r>
          </a:p>
          <a:p>
            <a:r>
              <a:t>SELECT s.*, ISNULL(g.rn,'NA') gold_rank</a:t>
            </a:r>
          </a:p>
          <a:p>
            <a:r>
              <a:t>FROM sales s LEFT JOIN g ON s.sale_id=g.sale_id;</a:t>
            </a:r>
          </a:p>
          <a:p>
            <a:endParaRPr/>
          </a:p>
          <a:p>
            <a:r>
              <a:t>Insight: Ranks gold-period orders.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case study completed successfully.</a:t>
            </a:r>
          </a:p>
          <a:p>
            <a:r>
              <a:t>• Identified key customer behavior patterns</a:t>
            </a:r>
          </a:p>
          <a:p>
            <a:r>
              <a:t>• Found revenue trends &amp; product popularity</a:t>
            </a:r>
          </a:p>
          <a:p>
            <a:r>
              <a:t>• Measured gold membership impact</a:t>
            </a:r>
          </a:p>
          <a:p>
            <a:r>
              <a:t>All 20 insights help make better business decisions.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1422</Words>
  <Application>Microsoft Office PowerPoint</Application>
  <PresentationFormat>On-screen Show (4:3)</PresentationFormat>
  <Paragraphs>161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Century Gothic</vt:lpstr>
      <vt:lpstr>Wingdings 3</vt:lpstr>
      <vt:lpstr>Ion</vt:lpstr>
      <vt:lpstr>Online Food Delivery SQL Project</vt:lpstr>
      <vt:lpstr>Introduction</vt:lpstr>
      <vt:lpstr>ER Diagram Overview</vt:lpstr>
      <vt:lpstr>Table Descriptions</vt:lpstr>
      <vt:lpstr>Q1: Total Revenue by Product</vt:lpstr>
      <vt:lpstr>Q2: Top 3 Best Selling Products</vt:lpstr>
      <vt:lpstr>Q3: Total Users vs Gold Users</vt:lpstr>
      <vt:lpstr>Q4: Revenue from Gold Users</vt:lpstr>
      <vt:lpstr>Q5: Gold User Total Revenue (Overall)</vt:lpstr>
      <vt:lpstr>Q6: Gold Membership Duration</vt:lpstr>
      <vt:lpstr>Q7: Most Popular Item Among Gold Users</vt:lpstr>
      <vt:lpstr>Q8: Revenue Per Year</vt:lpstr>
      <vt:lpstr>Q9: Year-over-Year Change</vt:lpstr>
      <vt:lpstr>Q10: Gold Signup Percentage</vt:lpstr>
      <vt:lpstr>Q11: Orders Before vs After Gold</vt:lpstr>
      <vt:lpstr>Q12: Total Spending Per Customer</vt:lpstr>
      <vt:lpstr>Q13: Order Frequency Per Customer</vt:lpstr>
      <vt:lpstr>Q14: First Order Per Customer</vt:lpstr>
      <vt:lpstr>Q15: Most Purchased Item Overall</vt:lpstr>
      <vt:lpstr>Q16: Most Popular Item for Each User</vt:lpstr>
      <vt:lpstr>Q17: First Order After Becoming Gold</vt:lpstr>
      <vt:lpstr>Q18: Last Order Before Becoming Gold</vt:lpstr>
      <vt:lpstr>Q19: Spending Before Gold</vt:lpstr>
      <vt:lpstr>Q20: Rank Gold Transactions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Ritik Bhardwaj</cp:lastModifiedBy>
  <cp:revision>2</cp:revision>
  <dcterms:created xsi:type="dcterms:W3CDTF">2013-01-27T09:14:16Z</dcterms:created>
  <dcterms:modified xsi:type="dcterms:W3CDTF">2025-12-09T07:03:56Z</dcterms:modified>
  <cp:category/>
</cp:coreProperties>
</file>