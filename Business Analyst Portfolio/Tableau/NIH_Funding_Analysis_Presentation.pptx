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238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5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42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6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0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0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7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2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0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06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22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26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50375"/>
            <a:ext cx="7772400" cy="2450076"/>
          </a:xfrm>
        </p:spPr>
        <p:txBody>
          <a:bodyPr/>
          <a:lstStyle/>
          <a:p>
            <a:r>
              <a:rPr b="1" dirty="0"/>
              <a:t>NIH Funding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Compiled By- Ritik Bhardwaj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NIH dataset to understand yearly funding patterns, research area funding distribution, and identify top funded areas. The dashboard provides interactive insights for data-driven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Heart Disease receives the highest cumulative funding.</a:t>
            </a:r>
          </a:p>
          <a:p>
            <a:r>
              <a:t>• Sharp rise in funding after 2015.</a:t>
            </a:r>
          </a:p>
          <a:p>
            <a:r>
              <a:t>• Stable upward trend for major diseases.</a:t>
            </a:r>
          </a:p>
          <a:p>
            <a:r>
              <a:t>• Certain research areas show underfunding despite prevalence.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 in Excel.</a:t>
            </a:r>
          </a:p>
          <a:p>
            <a:r>
              <a:t>• Pivoting dataset in Tableau for Year &amp; Funding.</a:t>
            </a:r>
          </a:p>
          <a:p>
            <a:r>
              <a:t>• Calculated fields: Year_clean.</a:t>
            </a:r>
          </a:p>
          <a:p>
            <a:r>
              <a:t>• Created bar charts, heat maps, and trend graphs.</a:t>
            </a:r>
          </a:p>
          <a:p>
            <a:r>
              <a:t>• Built an interactive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Bottom‑up data cleaning.</a:t>
            </a:r>
          </a:p>
          <a:p>
            <a:r>
              <a:t>• Field transformations for proper data types.</a:t>
            </a:r>
          </a:p>
          <a:p>
            <a:r>
              <a:t>• Trend analysis using SUM(Funding).</a:t>
            </a:r>
          </a:p>
          <a:p>
            <a:r>
              <a:t>• Visual comparison across research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Actionable Insight</a:t>
            </a:r>
            <a:r>
              <a:rPr lang="en-US" b="1" dirty="0"/>
              <a:t>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Allocate funds to underfunded but high‑impact disease categories.</a:t>
            </a:r>
          </a:p>
          <a:p>
            <a:r>
              <a:t>• Increase monitoring on rapidly rising funding areas.</a:t>
            </a:r>
          </a:p>
          <a:p>
            <a:r>
              <a:t>• Improve transparency in research area growth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Insights /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Consistent funding growth from 2015–2024.</a:t>
            </a:r>
          </a:p>
          <a:p>
            <a:r>
              <a:t>• Heart Disease &amp; Cardiovascular research dominate funding.</a:t>
            </a:r>
          </a:p>
          <a:p>
            <a:r>
              <a:t>• Several rare diseases receive minimal funding.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064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              </a:t>
            </a:r>
            <a:r>
              <a:rPr b="1" dirty="0"/>
              <a:t>Dashboard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759A1C4-C1BE-519D-0EEE-F55BC3AB7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58" y="1258529"/>
            <a:ext cx="9065341" cy="4916129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NIH funding demonstrates predictable trends with key high‑priority research areas receiving consistent support. Additional funding diversification can improve equity across disease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239</Words>
  <Application>Microsoft Office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</vt:lpstr>
      <vt:lpstr>NIH Funding Analysis Project</vt:lpstr>
      <vt:lpstr>Introduction</vt:lpstr>
      <vt:lpstr>Key Findings</vt:lpstr>
      <vt:lpstr>Methodologies</vt:lpstr>
      <vt:lpstr>Approaches</vt:lpstr>
      <vt:lpstr>Actionable Insights</vt:lpstr>
      <vt:lpstr>Insights / Trends</vt:lpstr>
      <vt:lpstr>                   Dashboard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Ritik Bhardwaj</cp:lastModifiedBy>
  <cp:revision>3</cp:revision>
  <dcterms:created xsi:type="dcterms:W3CDTF">2013-01-27T09:14:16Z</dcterms:created>
  <dcterms:modified xsi:type="dcterms:W3CDTF">2025-12-23T10:03:36Z</dcterms:modified>
  <cp:category/>
</cp:coreProperties>
</file>